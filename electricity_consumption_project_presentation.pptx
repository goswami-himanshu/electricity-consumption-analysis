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5898825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6906359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856" y="3428999"/>
            <a:ext cx="4138550" cy="2268559"/>
          </a:xfrm>
        </p:spPr>
        <p:txBody>
          <a:bodyPr anchor="t">
            <a:normAutofit/>
          </a:bodyPr>
          <a:lstStyle>
            <a:lvl1pPr algn="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292" y="2268787"/>
            <a:ext cx="3966114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641440" y="3262168"/>
            <a:ext cx="311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700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491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3199028"/>
            <a:ext cx="5967420" cy="1372971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131" y="2272143"/>
            <a:ext cx="5803294" cy="926885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644924" y="3023993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45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1426" y="805818"/>
            <a:ext cx="5882780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5406" y="2056800"/>
            <a:ext cx="285554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679" y="2056800"/>
            <a:ext cx="285952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TextBox 18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833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TextBox 23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589" y="805818"/>
            <a:ext cx="5880617" cy="1077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3589" y="2054563"/>
            <a:ext cx="2857364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2510" y="2851330"/>
            <a:ext cx="2858443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84679" y="2054563"/>
            <a:ext cx="285952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84680" y="2851330"/>
            <a:ext cx="2859526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369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TextBox 15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38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40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TextBox 21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83" y="1296618"/>
            <a:ext cx="2120703" cy="1889075"/>
          </a:xfr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538" y="805818"/>
            <a:ext cx="375566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2" y="3186155"/>
            <a:ext cx="2120703" cy="2386397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9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82987" y="3229"/>
            <a:ext cx="3727769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671" y="1296618"/>
            <a:ext cx="2603212" cy="188630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4" y="3182928"/>
            <a:ext cx="2603794" cy="2386394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168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TextBox 1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7" y="808057"/>
            <a:ext cx="5885350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0792" y="2049878"/>
            <a:ext cx="5723414" cy="40000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73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TextBox 22"/>
          <p:cNvSpPr txBox="1"/>
          <p:nvPr/>
        </p:nvSpPr>
        <p:spPr>
          <a:xfrm rot="5400000">
            <a:off x="7688343" y="480678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9317" y="805818"/>
            <a:ext cx="99488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64598" y="970410"/>
            <a:ext cx="4715441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99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60" y="2912532"/>
            <a:ext cx="7772939" cy="39454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98"/>
          <a:stretch/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1317" y="808057"/>
            <a:ext cx="587801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236" y="2049878"/>
            <a:ext cx="5713092" cy="40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28294" y="5272451"/>
            <a:ext cx="2662729" cy="179188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58177" y="3658900"/>
            <a:ext cx="5885352" cy="183663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136" y="164594"/>
            <a:ext cx="638312" cy="322850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82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28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58366" indent="-258366" algn="l" defTabSz="685800" rtl="0" eaLnBrk="1" latinLnBrk="0" hangingPunct="1">
        <a:lnSpc>
          <a:spcPct val="120000"/>
        </a:lnSpc>
        <a:spcBef>
          <a:spcPts val="750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965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441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823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299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975104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4028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670048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01752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Plugging into the Future:</a:t>
            </a:r>
          </a:p>
          <a:p>
            <a:r>
              <a:t>An Exploration of Electricity Consumption Patterns</a:t>
            </a:r>
          </a:p>
          <a:p>
            <a:endParaRPr/>
          </a:p>
          <a:p>
            <a:r>
              <a:t>Himanshu Goswami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electricity consumption patterns using data visualization techniques.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Electricity demand varies across regions and seasons. Understanding patterns helps improve energy 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electricity usage</a:t>
            </a:r>
          </a:p>
          <a:p>
            <a:r>
              <a:t>• Identify regional patterns</a:t>
            </a:r>
          </a:p>
          <a:p>
            <a:r>
              <a:t>• Study consumption trends</a:t>
            </a:r>
          </a:p>
          <a:p>
            <a:r>
              <a:t>• Create interactive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contains:</a:t>
            </a:r>
          </a:p>
          <a:p>
            <a:r>
              <a:t>States, Regions, Latitude, Longitude, Dates, Usage</a:t>
            </a:r>
          </a:p>
          <a:p>
            <a:r>
              <a:t>Total records: 16,599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Tableau</a:t>
            </a:r>
          </a:p>
          <a:p>
            <a:r>
              <a:t>• CSV Dataset</a:t>
            </a:r>
          </a:p>
          <a:p>
            <a:r>
              <a:t>• SQL (optional)</a:t>
            </a:r>
          </a:p>
          <a:p>
            <a:r>
              <a:t>• GitHub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Consumption by State</a:t>
            </a:r>
          </a:p>
          <a:p>
            <a:r>
              <a:t>• Region Distribution</a:t>
            </a:r>
          </a:p>
          <a:p>
            <a:r>
              <a:t>• Monthly Trend</a:t>
            </a:r>
          </a:p>
          <a:p>
            <a:r>
              <a:t>• Map Visualization</a:t>
            </a:r>
          </a:p>
          <a:p>
            <a:r>
              <a:t>• Top 10 States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dashboard combining charts and filters to explore electricity consumption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Electricity usage varies by region</a:t>
            </a:r>
          </a:p>
          <a:p>
            <a:r>
              <a:t>• Some states consume significantly more energy</a:t>
            </a:r>
          </a:p>
          <a:p>
            <a:r>
              <a:t>• Trends change over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visualization helps understand electricity demand and supports better decision-making in energy planning.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1</TotalTime>
  <Words>163</Words>
  <Application>Microsoft Office PowerPoint</Application>
  <PresentationFormat>On-screen Show (4:3)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MS Shell Dlg 2</vt:lpstr>
      <vt:lpstr>Wingdings</vt:lpstr>
      <vt:lpstr>Wingdings 3</vt:lpstr>
      <vt:lpstr>Madison</vt:lpstr>
      <vt:lpstr>Title Slide</vt:lpstr>
      <vt:lpstr>Project Introduction</vt:lpstr>
      <vt:lpstr>Problem Statement</vt:lpstr>
      <vt:lpstr>Objectives</vt:lpstr>
      <vt:lpstr>Dataset Description</vt:lpstr>
      <vt:lpstr>Tools &amp; Technologies</vt:lpstr>
      <vt:lpstr>Visualizations</vt:lpstr>
      <vt:lpstr>Dashboard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Himanshu Goswami</cp:lastModifiedBy>
  <cp:revision>2</cp:revision>
  <dcterms:created xsi:type="dcterms:W3CDTF">2013-01-27T09:14:16Z</dcterms:created>
  <dcterms:modified xsi:type="dcterms:W3CDTF">2026-03-09T08:26:07Z</dcterms:modified>
  <cp:category/>
</cp:coreProperties>
</file>